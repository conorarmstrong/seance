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9675" cy="10691813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26000" y="1089000"/>
            <a:ext cx="5507640" cy="154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026000" y="2884680"/>
            <a:ext cx="5507640" cy="536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1440" y="720360"/>
            <a:ext cx="380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hello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